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ubik Bold" charset="1" panose="00000800000000000000"/>
      <p:regular r:id="rId24"/>
    </p:embeddedFont>
    <p:embeddedFont>
      <p:font typeface="Rubik Bold Italics" charset="1" panose="00000800000000000000"/>
      <p:regular r:id="rId25"/>
    </p:embeddedFont>
    <p:embeddedFont>
      <p:font typeface="Rubik" charset="1" panose="00000000000000000000"/>
      <p:regular r:id="rId26"/>
    </p:embeddedFont>
    <p:embeddedFont>
      <p:font typeface="Canva Sans Bold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Relationship Id="rId6" Target="../media/image40.jpeg" Type="http://schemas.openxmlformats.org/officeDocument/2006/relationships/image"/><Relationship Id="rId7" Target="../media/image4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744FA1">
                <a:alpha val="100000"/>
              </a:srgbClr>
            </a:gs>
            <a:gs pos="100000">
              <a:srgbClr val="D24F9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24698" y="2524501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3291840" y="0"/>
                </a:moveTo>
                <a:lnTo>
                  <a:pt x="0" y="0"/>
                </a:lnTo>
                <a:lnTo>
                  <a:pt x="0" y="4114800"/>
                </a:lnTo>
                <a:lnTo>
                  <a:pt x="3291840" y="4114800"/>
                </a:lnTo>
                <a:lnTo>
                  <a:pt x="32918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27543" y="3647699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3291840" y="0"/>
                </a:moveTo>
                <a:lnTo>
                  <a:pt x="0" y="0"/>
                </a:lnTo>
                <a:lnTo>
                  <a:pt x="0" y="4114800"/>
                </a:lnTo>
                <a:lnTo>
                  <a:pt x="3291840" y="4114800"/>
                </a:lnTo>
                <a:lnTo>
                  <a:pt x="32918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8196" y="2514281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72085" y="3637479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17039" y="4013817"/>
            <a:ext cx="11301259" cy="3362125"/>
          </a:xfrm>
          <a:custGeom>
            <a:avLst/>
            <a:gdLst/>
            <a:ahLst/>
            <a:cxnLst/>
            <a:rect r="r" b="b" t="t" l="l"/>
            <a:pathLst>
              <a:path h="3362125" w="11301259">
                <a:moveTo>
                  <a:pt x="0" y="0"/>
                </a:moveTo>
                <a:lnTo>
                  <a:pt x="11301259" y="0"/>
                </a:lnTo>
                <a:lnTo>
                  <a:pt x="11301259" y="3362124"/>
                </a:lnTo>
                <a:lnTo>
                  <a:pt x="0" y="336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7631003" y="-1859454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229740" y="8187936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7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7" y="3718908"/>
                </a:lnTo>
                <a:lnTo>
                  <a:pt x="29751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71428" y="3033999"/>
            <a:ext cx="9945144" cy="1317464"/>
            <a:chOff x="0" y="0"/>
            <a:chExt cx="1767561" cy="2341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7561" cy="234154"/>
            </a:xfrm>
            <a:custGeom>
              <a:avLst/>
              <a:gdLst/>
              <a:ahLst/>
              <a:cxnLst/>
              <a:rect r="r" b="b" t="t" l="l"/>
              <a:pathLst>
                <a:path h="234154" w="1767561">
                  <a:moveTo>
                    <a:pt x="0" y="0"/>
                  </a:moveTo>
                  <a:lnTo>
                    <a:pt x="1767561" y="0"/>
                  </a:lnTo>
                  <a:lnTo>
                    <a:pt x="1767561" y="234154"/>
                  </a:lnTo>
                  <a:lnTo>
                    <a:pt x="0" y="234154"/>
                  </a:lnTo>
                  <a:close/>
                </a:path>
              </a:pathLst>
            </a:custGeom>
            <a:blipFill>
              <a:blip r:embed="rId5"/>
              <a:stretch>
                <a:fillRect l="0" t="-162307" r="0" b="-162307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171428" y="4575640"/>
            <a:ext cx="9945144" cy="1317464"/>
            <a:chOff x="0" y="0"/>
            <a:chExt cx="1767561" cy="234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7561" cy="234154"/>
            </a:xfrm>
            <a:custGeom>
              <a:avLst/>
              <a:gdLst/>
              <a:ahLst/>
              <a:cxnLst/>
              <a:rect r="r" b="b" t="t" l="l"/>
              <a:pathLst>
                <a:path h="234154" w="1767561">
                  <a:moveTo>
                    <a:pt x="0" y="0"/>
                  </a:moveTo>
                  <a:lnTo>
                    <a:pt x="1767561" y="0"/>
                  </a:lnTo>
                  <a:lnTo>
                    <a:pt x="1767561" y="234154"/>
                  </a:lnTo>
                  <a:lnTo>
                    <a:pt x="0" y="234154"/>
                  </a:lnTo>
                  <a:close/>
                </a:path>
              </a:pathLst>
            </a:custGeom>
            <a:blipFill>
              <a:blip r:embed="rId6"/>
              <a:stretch>
                <a:fillRect l="0" t="-93411" r="0" b="-231203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171428" y="6117280"/>
            <a:ext cx="9945144" cy="1317464"/>
            <a:chOff x="0" y="0"/>
            <a:chExt cx="1767561" cy="2341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7561" cy="234154"/>
            </a:xfrm>
            <a:custGeom>
              <a:avLst/>
              <a:gdLst/>
              <a:ahLst/>
              <a:cxnLst/>
              <a:rect r="r" b="b" t="t" l="l"/>
              <a:pathLst>
                <a:path h="234154" w="1767561">
                  <a:moveTo>
                    <a:pt x="0" y="0"/>
                  </a:moveTo>
                  <a:lnTo>
                    <a:pt x="1767561" y="0"/>
                  </a:lnTo>
                  <a:lnTo>
                    <a:pt x="1767561" y="234154"/>
                  </a:lnTo>
                  <a:lnTo>
                    <a:pt x="0" y="234154"/>
                  </a:lnTo>
                  <a:close/>
                </a:path>
              </a:pathLst>
            </a:custGeom>
            <a:blipFill>
              <a:blip r:embed="rId7"/>
              <a:stretch>
                <a:fillRect l="0" t="-50841" r="0" b="-275660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691578" y="1013933"/>
            <a:ext cx="8904844" cy="136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5"/>
              </a:lnSpc>
            </a:pPr>
            <a:r>
              <a:rPr lang="en-US" b="true" sz="795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LE CONSTAT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50632" y="8000088"/>
            <a:ext cx="6986736" cy="111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5"/>
              </a:lnSpc>
              <a:spcBef>
                <a:spcPct val="0"/>
              </a:spcBef>
            </a:pPr>
            <a:r>
              <a:rPr lang="en-US" b="true" sz="3732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M</a:t>
            </a:r>
            <a:r>
              <a:rPr lang="en-US" b="true" sz="3732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OYENNE DE</a:t>
            </a:r>
          </a:p>
          <a:p>
            <a:pPr algn="ctr">
              <a:lnSpc>
                <a:spcPts val="3545"/>
              </a:lnSpc>
              <a:spcBef>
                <a:spcPct val="0"/>
              </a:spcBef>
            </a:pPr>
            <a:r>
              <a:rPr lang="en-US" b="true" sz="2532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48H OU 105€ AVANT DE JOUER COMPÉTITIF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4223" y="3416548"/>
            <a:ext cx="1734514" cy="48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  <a:spcBef>
                <a:spcPct val="0"/>
              </a:spcBef>
            </a:pPr>
            <a:r>
              <a:rPr lang="en-US" b="true" sz="278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20H | 85€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64361" y="4958188"/>
            <a:ext cx="1907447" cy="48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  <a:spcBef>
                <a:spcPct val="0"/>
              </a:spcBef>
            </a:pPr>
            <a:r>
              <a:rPr lang="en-US" b="true" sz="278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25H | 130€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57568" y="6499828"/>
            <a:ext cx="2114239" cy="48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  <a:spcBef>
                <a:spcPct val="0"/>
              </a:spcBef>
            </a:pPr>
            <a:r>
              <a:rPr lang="en-US" b="true" sz="278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100H | 100€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32334" y="3282129"/>
            <a:ext cx="5157890" cy="72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2"/>
              </a:lnSpc>
            </a:pPr>
            <a:r>
              <a:rPr lang="en-US" sz="4159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Hearthstone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32334" y="4822467"/>
            <a:ext cx="5157890" cy="72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2"/>
              </a:lnSpc>
            </a:pPr>
            <a:r>
              <a:rPr lang="en-US" sz="4159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Master Duel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32334" y="6364108"/>
            <a:ext cx="5157890" cy="72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2"/>
              </a:lnSpc>
            </a:pPr>
            <a:r>
              <a:rPr lang="en-US" sz="4159" b="true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Magic Arena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76354" y="3763205"/>
            <a:ext cx="3821150" cy="38211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3131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501250" y="3917801"/>
            <a:ext cx="571039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Temps de farm énorme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1250" y="5879015"/>
            <a:ext cx="571039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Conseils peu personnalisés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1250" y="4901115"/>
            <a:ext cx="571039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Investissement risqué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1250" y="6867784"/>
            <a:ext cx="571039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Frustration → Abandon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3707" y="2178605"/>
            <a:ext cx="10640586" cy="104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5"/>
              </a:lnSpc>
            </a:pPr>
            <a:r>
              <a:rPr lang="en-US" b="true" sz="605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BARRIÈRES A L’ENTRÉE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76354" y="4873981"/>
            <a:ext cx="3821150" cy="143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8"/>
              </a:lnSpc>
              <a:spcBef>
                <a:spcPct val="0"/>
              </a:spcBef>
            </a:pPr>
            <a:r>
              <a:rPr lang="en-US" b="true" sz="8406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STOP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53670" y="7845088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3802" y="-2386264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67789" y="3847918"/>
            <a:ext cx="10152422" cy="131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6"/>
              </a:lnSpc>
            </a:pPr>
            <a:r>
              <a:rPr lang="en-US" b="true" sz="7661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PROBLÉMATIQUE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9311" y="5219128"/>
            <a:ext cx="770937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3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</a:t>
            </a:r>
            <a:r>
              <a:rPr lang="en-US" sz="23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omment rendre le TCG compétitif accessible</a:t>
            </a:r>
          </a:p>
          <a:p>
            <a:pPr algn="ctr">
              <a:lnSpc>
                <a:spcPts val="4079"/>
              </a:lnSpc>
            </a:pPr>
            <a:r>
              <a:rPr lang="en-US" sz="23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sans sacrifier sa profondeur stratégique 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5991" y="3639328"/>
            <a:ext cx="10496018" cy="1504172"/>
            <a:chOff x="0" y="0"/>
            <a:chExt cx="8473546" cy="1214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73546" cy="1214334"/>
            </a:xfrm>
            <a:custGeom>
              <a:avLst/>
              <a:gdLst/>
              <a:ahLst/>
              <a:cxnLst/>
              <a:rect r="r" b="b" t="t" l="l"/>
              <a:pathLst>
                <a:path h="1214334" w="8473546">
                  <a:moveTo>
                    <a:pt x="8473546" y="1214334"/>
                  </a:moveTo>
                  <a:lnTo>
                    <a:pt x="0" y="1059948"/>
                  </a:lnTo>
                  <a:lnTo>
                    <a:pt x="0" y="0"/>
                  </a:lnTo>
                  <a:lnTo>
                    <a:pt x="8473546" y="154386"/>
                  </a:lnTo>
                  <a:close/>
                </a:path>
              </a:pathLst>
            </a:custGeom>
            <a:solidFill>
              <a:srgbClr val="000000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895991" y="3639328"/>
            <a:ext cx="10496018" cy="1504172"/>
            <a:chOff x="0" y="0"/>
            <a:chExt cx="8473546" cy="12143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73546" cy="1214334"/>
            </a:xfrm>
            <a:custGeom>
              <a:avLst/>
              <a:gdLst/>
              <a:ahLst/>
              <a:cxnLst/>
              <a:rect r="r" b="b" t="t" l="l"/>
              <a:pathLst>
                <a:path h="1214334" w="8473546">
                  <a:moveTo>
                    <a:pt x="8473546" y="1214334"/>
                  </a:moveTo>
                  <a:lnTo>
                    <a:pt x="0" y="1059948"/>
                  </a:lnTo>
                  <a:lnTo>
                    <a:pt x="0" y="0"/>
                  </a:lnTo>
                  <a:lnTo>
                    <a:pt x="8473546" y="154386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142329" r="0" b="-142329"/>
              </a:stretch>
            </a:blipFill>
            <a:ln w="66675" cap="sq">
              <a:gradFill>
                <a:gsLst>
                  <a:gs pos="0">
                    <a:srgbClr val="F7DFFF">
                      <a:alpha val="50000"/>
                    </a:srgbClr>
                  </a:gs>
                  <a:gs pos="50000">
                    <a:srgbClr val="FFFFFF">
                      <a:alpha val="50000"/>
                    </a:srgbClr>
                  </a:gs>
                  <a:gs pos="100000">
                    <a:srgbClr val="87EFFF">
                      <a:alpha val="5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895991" y="6971075"/>
            <a:ext cx="10496018" cy="1504172"/>
            <a:chOff x="0" y="0"/>
            <a:chExt cx="8473546" cy="1214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73546" cy="1214334"/>
            </a:xfrm>
            <a:custGeom>
              <a:avLst/>
              <a:gdLst/>
              <a:ahLst/>
              <a:cxnLst/>
              <a:rect r="r" b="b" t="t" l="l"/>
              <a:pathLst>
                <a:path h="1214334" w="8473546">
                  <a:moveTo>
                    <a:pt x="8473546" y="1214334"/>
                  </a:moveTo>
                  <a:lnTo>
                    <a:pt x="0" y="1059948"/>
                  </a:lnTo>
                  <a:lnTo>
                    <a:pt x="0" y="0"/>
                  </a:lnTo>
                  <a:lnTo>
                    <a:pt x="8473546" y="154386"/>
                  </a:lnTo>
                  <a:close/>
                </a:path>
              </a:pathLst>
            </a:custGeom>
            <a:solidFill>
              <a:srgbClr val="000000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895991" y="6971075"/>
            <a:ext cx="10496018" cy="1504172"/>
            <a:chOff x="0" y="0"/>
            <a:chExt cx="8473546" cy="12143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73546" cy="1214334"/>
            </a:xfrm>
            <a:custGeom>
              <a:avLst/>
              <a:gdLst/>
              <a:ahLst/>
              <a:cxnLst/>
              <a:rect r="r" b="b" t="t" l="l"/>
              <a:pathLst>
                <a:path h="1214334" w="8473546">
                  <a:moveTo>
                    <a:pt x="8473546" y="1214334"/>
                  </a:moveTo>
                  <a:lnTo>
                    <a:pt x="0" y="1059948"/>
                  </a:lnTo>
                  <a:lnTo>
                    <a:pt x="0" y="0"/>
                  </a:lnTo>
                  <a:lnTo>
                    <a:pt x="8473546" y="154386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0" t="-212095" r="0" b="-152809"/>
              </a:stretch>
            </a:blipFill>
            <a:ln w="66675" cap="sq">
              <a:gradFill>
                <a:gsLst>
                  <a:gs pos="0">
                    <a:srgbClr val="F7DFFF">
                      <a:alpha val="50000"/>
                    </a:srgbClr>
                  </a:gs>
                  <a:gs pos="50000">
                    <a:srgbClr val="FFFFFF">
                      <a:alpha val="50000"/>
                    </a:srgbClr>
                  </a:gs>
                  <a:gs pos="100000">
                    <a:srgbClr val="87EFFF">
                      <a:alpha val="5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95991" y="5304978"/>
            <a:ext cx="10496018" cy="1504172"/>
            <a:chOff x="0" y="0"/>
            <a:chExt cx="8473546" cy="12143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3546" cy="1214334"/>
            </a:xfrm>
            <a:custGeom>
              <a:avLst/>
              <a:gdLst/>
              <a:ahLst/>
              <a:cxnLst/>
              <a:rect r="r" b="b" t="t" l="l"/>
              <a:pathLst>
                <a:path h="1214334" w="8473546">
                  <a:moveTo>
                    <a:pt x="8473546" y="1214334"/>
                  </a:moveTo>
                  <a:lnTo>
                    <a:pt x="0" y="1059948"/>
                  </a:lnTo>
                  <a:lnTo>
                    <a:pt x="0" y="0"/>
                  </a:lnTo>
                  <a:lnTo>
                    <a:pt x="8473546" y="154386"/>
                  </a:lnTo>
                  <a:close/>
                </a:path>
              </a:pathLst>
            </a:custGeom>
            <a:solidFill>
              <a:srgbClr val="000000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895991" y="5304978"/>
            <a:ext cx="10496018" cy="1504172"/>
            <a:chOff x="0" y="0"/>
            <a:chExt cx="8473546" cy="12143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73546" cy="1214334"/>
            </a:xfrm>
            <a:custGeom>
              <a:avLst/>
              <a:gdLst/>
              <a:ahLst/>
              <a:cxnLst/>
              <a:rect r="r" b="b" t="t" l="l"/>
              <a:pathLst>
                <a:path h="1214334" w="8473546">
                  <a:moveTo>
                    <a:pt x="8473546" y="1214334"/>
                  </a:moveTo>
                  <a:lnTo>
                    <a:pt x="0" y="1059948"/>
                  </a:lnTo>
                  <a:lnTo>
                    <a:pt x="0" y="0"/>
                  </a:lnTo>
                  <a:lnTo>
                    <a:pt x="8473546" y="154386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0" t="-182888" r="0" b="-182888"/>
              </a:stretch>
            </a:blipFill>
            <a:ln w="66675" cap="sq">
              <a:gradFill>
                <a:gsLst>
                  <a:gs pos="0">
                    <a:srgbClr val="F7DFFF">
                      <a:alpha val="50000"/>
                    </a:srgbClr>
                  </a:gs>
                  <a:gs pos="50000">
                    <a:srgbClr val="FFFFFF">
                      <a:alpha val="50000"/>
                    </a:srgbClr>
                  </a:gs>
                  <a:gs pos="100000">
                    <a:srgbClr val="87EFFF">
                      <a:alpha val="5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393752" y="1882871"/>
            <a:ext cx="11500495" cy="104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5"/>
              </a:lnSpc>
            </a:pPr>
            <a:r>
              <a:rPr lang="en-US" b="true" sz="605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ADIEU LA PHASE FRUSTANTE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1113" y="4050101"/>
            <a:ext cx="8105775" cy="60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Construire son deck immédiatement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9753" y="5715975"/>
            <a:ext cx="5328493" cy="60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Accès à toute les cartes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89153" y="7380650"/>
            <a:ext cx="7309693" cy="60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Jouer directement en compétitif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744FA1">
                <a:alpha val="100000"/>
              </a:srgbClr>
            </a:gs>
            <a:gs pos="100000">
              <a:srgbClr val="D24F9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43033" y="8655895"/>
            <a:ext cx="244967" cy="602405"/>
            <a:chOff x="0" y="0"/>
            <a:chExt cx="79059" cy="194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059" cy="194416"/>
            </a:xfrm>
            <a:custGeom>
              <a:avLst/>
              <a:gdLst/>
              <a:ahLst/>
              <a:cxnLst/>
              <a:rect r="r" b="b" t="t" l="l"/>
              <a:pathLst>
                <a:path h="194416" w="79059">
                  <a:moveTo>
                    <a:pt x="0" y="0"/>
                  </a:moveTo>
                  <a:lnTo>
                    <a:pt x="79059" y="0"/>
                  </a:lnTo>
                  <a:lnTo>
                    <a:pt x="79059" y="194416"/>
                  </a:lnTo>
                  <a:lnTo>
                    <a:pt x="0" y="194416"/>
                  </a:lnTo>
                  <a:close/>
                </a:path>
              </a:pathLst>
            </a:custGeom>
            <a:gradFill rotWithShape="true">
              <a:gsLst>
                <a:gs pos="0">
                  <a:srgbClr val="FF00FC">
                    <a:alpha val="100000"/>
                  </a:srgbClr>
                </a:gs>
                <a:gs pos="100000">
                  <a:srgbClr val="9E00C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059" cy="232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88172" y="2986815"/>
            <a:ext cx="4077437" cy="4910730"/>
            <a:chOff x="0" y="0"/>
            <a:chExt cx="5436583" cy="654764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436583" cy="4672063"/>
              <a:chOff x="0" y="0"/>
              <a:chExt cx="812800" cy="698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44FA1">
                      <a:alpha val="100000"/>
                    </a:srgbClr>
                  </a:gs>
                  <a:gs pos="100000">
                    <a:srgbClr val="D24F9A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93663" y="236413"/>
              <a:ext cx="4849256" cy="4199237"/>
              <a:chOff x="0" y="0"/>
              <a:chExt cx="4282440" cy="3708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82440" cy="3708400"/>
              </a:xfrm>
              <a:custGeom>
                <a:avLst/>
                <a:gdLst/>
                <a:ahLst/>
                <a:cxnLst/>
                <a:rect r="r" b="b" t="t" l="l"/>
                <a:pathLst>
                  <a:path h="3708400" w="428244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2668" t="0" r="-32668" b="0"/>
                </a:stretch>
              </a:blip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41843" y="5588790"/>
              <a:ext cx="5352896" cy="958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0"/>
                </a:lnSpc>
              </a:pPr>
              <a:r>
                <a:rPr lang="en-US" sz="18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Mana simple</a:t>
              </a:r>
            </a:p>
            <a:p>
              <a:pPr algn="ctr">
                <a:lnSpc>
                  <a:spcPts val="3060"/>
                </a:lnSpc>
              </a:pPr>
              <a:r>
                <a:rPr lang="en-US" sz="18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Accessibilité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70124" y="4902556"/>
              <a:ext cx="4496336" cy="679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89"/>
                </a:lnSpc>
              </a:pPr>
              <a:r>
                <a:rPr lang="en-US" b="true" sz="2699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Hearthstone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2391" y="2986815"/>
            <a:ext cx="4077437" cy="4910730"/>
            <a:chOff x="0" y="0"/>
            <a:chExt cx="5436583" cy="654764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436583" cy="4672063"/>
              <a:chOff x="0" y="0"/>
              <a:chExt cx="812800" cy="698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44FA1">
                      <a:alpha val="100000"/>
                    </a:srgbClr>
                  </a:gs>
                  <a:gs pos="100000">
                    <a:srgbClr val="D24F9A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14300" y="-47625"/>
                <a:ext cx="5842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93663" y="236413"/>
              <a:ext cx="4849256" cy="4199237"/>
              <a:chOff x="0" y="0"/>
              <a:chExt cx="4282440" cy="3708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282440" cy="3708400"/>
              </a:xfrm>
              <a:custGeom>
                <a:avLst/>
                <a:gdLst/>
                <a:ahLst/>
                <a:cxnLst/>
                <a:rect r="r" b="b" t="t" l="l"/>
                <a:pathLst>
                  <a:path h="3708400" w="428244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6973" t="0" r="-26973" b="0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70124" y="4902556"/>
              <a:ext cx="4496336" cy="679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89"/>
                </a:lnSpc>
              </a:pPr>
              <a:r>
                <a:rPr lang="en-US" b="true" sz="2699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Magic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843" y="5588790"/>
              <a:ext cx="5352896" cy="958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0"/>
                </a:lnSpc>
              </a:pPr>
              <a:r>
                <a:rPr lang="en-US" sz="18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Attaques/blocages</a:t>
              </a:r>
            </a:p>
            <a:p>
              <a:pPr algn="ctr">
                <a:lnSpc>
                  <a:spcPts val="3060"/>
                </a:lnSpc>
              </a:pPr>
              <a:r>
                <a:rPr lang="en-US" sz="18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Profondeur stratégique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376589" y="8559801"/>
            <a:ext cx="9534823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</a:t>
            </a:r>
            <a:r>
              <a:rPr lang="en-US" b="true" sz="40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ccessible </a:t>
            </a:r>
            <a:r>
              <a:rPr lang="en-US" sz="4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tout en restant</a:t>
            </a:r>
            <a:r>
              <a:rPr lang="en-US" b="true" sz="400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 stratégique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691578" y="1161091"/>
            <a:ext cx="8904844" cy="136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5"/>
              </a:lnSpc>
            </a:pPr>
            <a:r>
              <a:rPr lang="en-US" b="true" sz="795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GAMEPLAY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744FA1">
                <a:alpha val="100000"/>
              </a:srgbClr>
            </a:gs>
            <a:gs pos="100000">
              <a:srgbClr val="D24F9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5507" y="2502276"/>
            <a:ext cx="10673147" cy="5993359"/>
            <a:chOff x="0" y="0"/>
            <a:chExt cx="12918358" cy="7254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18357" cy="7254126"/>
            </a:xfrm>
            <a:custGeom>
              <a:avLst/>
              <a:gdLst/>
              <a:ahLst/>
              <a:cxnLst/>
              <a:rect r="r" b="b" t="t" l="l"/>
              <a:pathLst>
                <a:path h="7254126" w="12918357">
                  <a:moveTo>
                    <a:pt x="12918357" y="7254126"/>
                  </a:moveTo>
                  <a:lnTo>
                    <a:pt x="2748786" y="7254126"/>
                  </a:lnTo>
                  <a:lnTo>
                    <a:pt x="0" y="0"/>
                  </a:lnTo>
                  <a:lnTo>
                    <a:pt x="10169572" y="0"/>
                  </a:lnTo>
                  <a:lnTo>
                    <a:pt x="12918357" y="7254126"/>
                  </a:lnTo>
                  <a:close/>
                </a:path>
              </a:pathLst>
            </a:custGeom>
            <a:blipFill>
              <a:blip r:embed="rId2"/>
              <a:stretch>
                <a:fillRect l="0" t="0" r="-1865" b="0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7009881" y="7398846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860342" y="-1521432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97444" y="2811335"/>
            <a:ext cx="8115860" cy="179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ACCESSIBILITÉ PENSÉE POUR LES DÉBUTANTS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46022" y="5019675"/>
            <a:ext cx="7338024" cy="15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Decks prêts à jouer</a:t>
            </a:r>
          </a:p>
          <a:p>
            <a:pPr algn="l" marL="539748" indent="-269874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Découverte progressive</a:t>
            </a:r>
          </a:p>
          <a:p>
            <a:pPr algn="l" marL="539748" indent="-269874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Apprentissage des archétypes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24698" y="2524501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3291840" y="0"/>
                </a:moveTo>
                <a:lnTo>
                  <a:pt x="0" y="0"/>
                </a:lnTo>
                <a:lnTo>
                  <a:pt x="0" y="4114800"/>
                </a:lnTo>
                <a:lnTo>
                  <a:pt x="3291840" y="4114800"/>
                </a:lnTo>
                <a:lnTo>
                  <a:pt x="32918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27543" y="3647699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3291840" y="0"/>
                </a:moveTo>
                <a:lnTo>
                  <a:pt x="0" y="0"/>
                </a:lnTo>
                <a:lnTo>
                  <a:pt x="0" y="4114800"/>
                </a:lnTo>
                <a:lnTo>
                  <a:pt x="3291840" y="4114800"/>
                </a:lnTo>
                <a:lnTo>
                  <a:pt x="32918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8196" y="2514281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72085" y="3637479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02930" y="3981857"/>
            <a:ext cx="12529478" cy="167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7"/>
              </a:lnSpc>
            </a:pPr>
            <a:r>
              <a:rPr lang="en-US" b="true" sz="9755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DÉMONSTRATION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784224" y="3615273"/>
            <a:ext cx="21856448" cy="4352040"/>
            <a:chOff x="0" y="0"/>
            <a:chExt cx="5756431" cy="1146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6431" cy="1146216"/>
            </a:xfrm>
            <a:custGeom>
              <a:avLst/>
              <a:gdLst/>
              <a:ahLst/>
              <a:cxnLst/>
              <a:rect r="r" b="b" t="t" l="l"/>
              <a:pathLst>
                <a:path h="1146216" w="5756431">
                  <a:moveTo>
                    <a:pt x="0" y="0"/>
                  </a:moveTo>
                  <a:lnTo>
                    <a:pt x="5756431" y="0"/>
                  </a:lnTo>
                  <a:lnTo>
                    <a:pt x="5756431" y="1146216"/>
                  </a:lnTo>
                  <a:lnTo>
                    <a:pt x="0" y="1146216"/>
                  </a:lnTo>
                  <a:close/>
                </a:path>
              </a:pathLst>
            </a:custGeom>
            <a:gradFill rotWithShape="true">
              <a:gsLst>
                <a:gs pos="0">
                  <a:srgbClr val="744FA1">
                    <a:alpha val="100000"/>
                  </a:srgbClr>
                </a:gs>
                <a:gs pos="100000">
                  <a:srgbClr val="D24F9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5756431" cy="126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229740" y="8187936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7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7" y="3718908"/>
                </a:lnTo>
                <a:lnTo>
                  <a:pt x="29751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724815" y="-1238657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372531" y="4107697"/>
            <a:ext cx="4360909" cy="3015317"/>
            <a:chOff x="0" y="0"/>
            <a:chExt cx="5814545" cy="402042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814545" cy="4020422"/>
              <a:chOff x="0" y="0"/>
              <a:chExt cx="3358843" cy="23224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58843" cy="2322446"/>
              </a:xfrm>
              <a:custGeom>
                <a:avLst/>
                <a:gdLst/>
                <a:ahLst/>
                <a:cxnLst/>
                <a:rect r="r" b="b" t="t" l="l"/>
                <a:pathLst>
                  <a:path h="2322446" w="3358843">
                    <a:moveTo>
                      <a:pt x="3358843" y="2322446"/>
                    </a:moveTo>
                    <a:lnTo>
                      <a:pt x="714699" y="2322446"/>
                    </a:lnTo>
                    <a:lnTo>
                      <a:pt x="0" y="0"/>
                    </a:lnTo>
                    <a:lnTo>
                      <a:pt x="2644144" y="0"/>
                    </a:lnTo>
                    <a:lnTo>
                      <a:pt x="3358843" y="2322446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0163" t="-11813" r="-5081" b="-54858"/>
                </a:stretch>
              </a:blipFill>
              <a:ln w="76200" cap="sq">
                <a:gradFill>
                  <a:gsLst>
                    <a:gs pos="0">
                      <a:srgbClr val="66005C">
                        <a:alpha val="100000"/>
                      </a:srgbClr>
                    </a:gs>
                    <a:gs pos="50000">
                      <a:srgbClr val="5B0066">
                        <a:alpha val="100000"/>
                      </a:srgbClr>
                    </a:gs>
                    <a:gs pos="100000">
                      <a:srgbClr val="8886CD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2726" y="19774"/>
              <a:ext cx="418764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39"/>
                </a:lnSpc>
                <a:spcBef>
                  <a:spcPct val="0"/>
                </a:spcBef>
              </a:pPr>
              <a:r>
                <a:rPr lang="en-US" b="true" sz="2199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Clara GARCIA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09772" y="3388685"/>
              <a:ext cx="418764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Unity &amp; UI/UX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57935" y="4236589"/>
            <a:ext cx="2757534" cy="27575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799358" y="4896445"/>
            <a:ext cx="1474687" cy="1437820"/>
          </a:xfrm>
          <a:custGeom>
            <a:avLst/>
            <a:gdLst/>
            <a:ahLst/>
            <a:cxnLst/>
            <a:rect r="r" b="b" t="t" l="l"/>
            <a:pathLst>
              <a:path h="1437820" w="1474687">
                <a:moveTo>
                  <a:pt x="0" y="0"/>
                </a:moveTo>
                <a:lnTo>
                  <a:pt x="1474687" y="0"/>
                </a:lnTo>
                <a:lnTo>
                  <a:pt x="1474687" y="1437820"/>
                </a:lnTo>
                <a:lnTo>
                  <a:pt x="0" y="1437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111031" y="4236589"/>
            <a:ext cx="2757534" cy="27575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968669" y="4833173"/>
            <a:ext cx="1042257" cy="1564364"/>
          </a:xfrm>
          <a:custGeom>
            <a:avLst/>
            <a:gdLst/>
            <a:ahLst/>
            <a:cxnLst/>
            <a:rect r="r" b="b" t="t" l="l"/>
            <a:pathLst>
              <a:path h="1564364" w="1042257">
                <a:moveTo>
                  <a:pt x="0" y="0"/>
                </a:moveTo>
                <a:lnTo>
                  <a:pt x="1042257" y="0"/>
                </a:lnTo>
                <a:lnTo>
                  <a:pt x="1042257" y="1564364"/>
                </a:lnTo>
                <a:lnTo>
                  <a:pt x="0" y="1564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064126" y="4236589"/>
            <a:ext cx="2757534" cy="275753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596157" y="4833173"/>
            <a:ext cx="1522727" cy="1564364"/>
          </a:xfrm>
          <a:custGeom>
            <a:avLst/>
            <a:gdLst/>
            <a:ahLst/>
            <a:cxnLst/>
            <a:rect r="r" b="b" t="t" l="l"/>
            <a:pathLst>
              <a:path h="1564364" w="1522727">
                <a:moveTo>
                  <a:pt x="0" y="0"/>
                </a:moveTo>
                <a:lnTo>
                  <a:pt x="1522726" y="0"/>
                </a:lnTo>
                <a:lnTo>
                  <a:pt x="1522726" y="1564364"/>
                </a:lnTo>
                <a:lnTo>
                  <a:pt x="0" y="1564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89311" y="2346901"/>
            <a:ext cx="77093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APPLICATION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784224" y="3615273"/>
            <a:ext cx="21856448" cy="4352040"/>
            <a:chOff x="0" y="0"/>
            <a:chExt cx="5756431" cy="1146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6431" cy="1146216"/>
            </a:xfrm>
            <a:custGeom>
              <a:avLst/>
              <a:gdLst/>
              <a:ahLst/>
              <a:cxnLst/>
              <a:rect r="r" b="b" t="t" l="l"/>
              <a:pathLst>
                <a:path h="1146216" w="5756431">
                  <a:moveTo>
                    <a:pt x="0" y="0"/>
                  </a:moveTo>
                  <a:lnTo>
                    <a:pt x="5756431" y="0"/>
                  </a:lnTo>
                  <a:lnTo>
                    <a:pt x="5756431" y="1146216"/>
                  </a:lnTo>
                  <a:lnTo>
                    <a:pt x="0" y="1146216"/>
                  </a:lnTo>
                  <a:close/>
                </a:path>
              </a:pathLst>
            </a:custGeom>
            <a:gradFill rotWithShape="true">
              <a:gsLst>
                <a:gs pos="0">
                  <a:srgbClr val="744FA1">
                    <a:alpha val="100000"/>
                  </a:srgbClr>
                </a:gs>
                <a:gs pos="100000">
                  <a:srgbClr val="D24F9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5756431" cy="126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229740" y="8187936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7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7" y="3718908"/>
                </a:lnTo>
                <a:lnTo>
                  <a:pt x="29751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724815" y="-1238657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612015" y="4236589"/>
            <a:ext cx="2757534" cy="275753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65111" y="4236589"/>
            <a:ext cx="2757534" cy="27575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18452" y="4107697"/>
            <a:ext cx="4360909" cy="3015317"/>
            <a:chOff x="0" y="0"/>
            <a:chExt cx="5814545" cy="402042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814545" cy="4020422"/>
              <a:chOff x="0" y="0"/>
              <a:chExt cx="3358843" cy="23224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358843" cy="2322446"/>
              </a:xfrm>
              <a:custGeom>
                <a:avLst/>
                <a:gdLst/>
                <a:ahLst/>
                <a:cxnLst/>
                <a:rect r="r" b="b" t="t" l="l"/>
                <a:pathLst>
                  <a:path h="2322446" w="3358843">
                    <a:moveTo>
                      <a:pt x="3358843" y="2322446"/>
                    </a:moveTo>
                    <a:lnTo>
                      <a:pt x="714699" y="2322446"/>
                    </a:lnTo>
                    <a:lnTo>
                      <a:pt x="0" y="0"/>
                    </a:lnTo>
                    <a:lnTo>
                      <a:pt x="2644144" y="0"/>
                    </a:lnTo>
                    <a:lnTo>
                      <a:pt x="3358843" y="2322446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8467" r="0" b="-74365"/>
                </a:stretch>
              </a:blipFill>
              <a:ln w="76200" cap="sq">
                <a:gradFill>
                  <a:gsLst>
                    <a:gs pos="0">
                      <a:srgbClr val="66005C">
                        <a:alpha val="100000"/>
                      </a:srgbClr>
                    </a:gs>
                    <a:gs pos="50000">
                      <a:srgbClr val="5B0066">
                        <a:alpha val="100000"/>
                      </a:srgbClr>
                    </a:gs>
                    <a:gs pos="100000">
                      <a:srgbClr val="8886CD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85438" y="3362350"/>
              <a:ext cx="418764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Serveur C#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1396" y="-6561"/>
              <a:ext cx="418764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Mickaël JARREAU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33626" y="4701982"/>
            <a:ext cx="1620502" cy="1826747"/>
          </a:xfrm>
          <a:custGeom>
            <a:avLst/>
            <a:gdLst/>
            <a:ahLst/>
            <a:cxnLst/>
            <a:rect r="r" b="b" t="t" l="l"/>
            <a:pathLst>
              <a:path h="1826747" w="1620502">
                <a:moveTo>
                  <a:pt x="0" y="0"/>
                </a:moveTo>
                <a:lnTo>
                  <a:pt x="1620502" y="0"/>
                </a:lnTo>
                <a:lnTo>
                  <a:pt x="1620502" y="1826747"/>
                </a:lnTo>
                <a:lnTo>
                  <a:pt x="0" y="1826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94390" y="4856792"/>
            <a:ext cx="1592783" cy="1517126"/>
          </a:xfrm>
          <a:custGeom>
            <a:avLst/>
            <a:gdLst/>
            <a:ahLst/>
            <a:cxnLst/>
            <a:rect r="r" b="b" t="t" l="l"/>
            <a:pathLst>
              <a:path h="1517126" w="1592783">
                <a:moveTo>
                  <a:pt x="0" y="0"/>
                </a:moveTo>
                <a:lnTo>
                  <a:pt x="1592783" y="0"/>
                </a:lnTo>
                <a:lnTo>
                  <a:pt x="1592783" y="1517126"/>
                </a:lnTo>
                <a:lnTo>
                  <a:pt x="0" y="1517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89311" y="2346901"/>
            <a:ext cx="77093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SERVEUR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784224" y="3615273"/>
            <a:ext cx="21856448" cy="4352040"/>
            <a:chOff x="0" y="0"/>
            <a:chExt cx="5756431" cy="1146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6431" cy="1146216"/>
            </a:xfrm>
            <a:custGeom>
              <a:avLst/>
              <a:gdLst/>
              <a:ahLst/>
              <a:cxnLst/>
              <a:rect r="r" b="b" t="t" l="l"/>
              <a:pathLst>
                <a:path h="1146216" w="5756431">
                  <a:moveTo>
                    <a:pt x="0" y="0"/>
                  </a:moveTo>
                  <a:lnTo>
                    <a:pt x="5756431" y="0"/>
                  </a:lnTo>
                  <a:lnTo>
                    <a:pt x="5756431" y="1146216"/>
                  </a:lnTo>
                  <a:lnTo>
                    <a:pt x="0" y="1146216"/>
                  </a:lnTo>
                  <a:close/>
                </a:path>
              </a:pathLst>
            </a:custGeom>
            <a:gradFill rotWithShape="true">
              <a:gsLst>
                <a:gs pos="0">
                  <a:srgbClr val="744FA1">
                    <a:alpha val="100000"/>
                  </a:srgbClr>
                </a:gs>
                <a:gs pos="100000">
                  <a:srgbClr val="D24F9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5756431" cy="126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229740" y="8187936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7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7" y="3718908"/>
                </a:lnTo>
                <a:lnTo>
                  <a:pt x="29751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724815" y="-1238657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157935" y="4236589"/>
            <a:ext cx="2757534" cy="275753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11031" y="4236589"/>
            <a:ext cx="2757534" cy="27575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64126" y="4236589"/>
            <a:ext cx="2757534" cy="27575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D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87EFFF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17467" y="4107697"/>
            <a:ext cx="4360909" cy="3015317"/>
            <a:chOff x="0" y="0"/>
            <a:chExt cx="5814545" cy="402042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814545" cy="4020422"/>
              <a:chOff x="0" y="0"/>
              <a:chExt cx="3358843" cy="23224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358843" cy="2322446"/>
              </a:xfrm>
              <a:custGeom>
                <a:avLst/>
                <a:gdLst/>
                <a:ahLst/>
                <a:cxnLst/>
                <a:rect r="r" b="b" t="t" l="l"/>
                <a:pathLst>
                  <a:path h="2322446" w="3358843">
                    <a:moveTo>
                      <a:pt x="3358843" y="2322446"/>
                    </a:moveTo>
                    <a:lnTo>
                      <a:pt x="714699" y="2322446"/>
                    </a:lnTo>
                    <a:lnTo>
                      <a:pt x="0" y="0"/>
                    </a:lnTo>
                    <a:lnTo>
                      <a:pt x="2644144" y="0"/>
                    </a:lnTo>
                    <a:lnTo>
                      <a:pt x="3358843" y="2322446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8219" t="-33627" r="-26474" b="-66563"/>
                </a:stretch>
              </a:blipFill>
              <a:ln w="76200" cap="sq">
                <a:gradFill>
                  <a:gsLst>
                    <a:gs pos="0">
                      <a:srgbClr val="66005C">
                        <a:alpha val="100000"/>
                      </a:srgbClr>
                    </a:gs>
                    <a:gs pos="50000">
                      <a:srgbClr val="5B0066">
                        <a:alpha val="100000"/>
                      </a:srgbClr>
                    </a:gs>
                    <a:gs pos="100000">
                      <a:srgbClr val="8886CD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411770" y="3388685"/>
              <a:ext cx="418764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39"/>
                </a:lnSpc>
                <a:spcBef>
                  <a:spcPct val="0"/>
                </a:spcBef>
              </a:pPr>
              <a:r>
                <a:rPr lang="en-US" b="true" sz="2199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DevOps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7728" y="19774"/>
              <a:ext cx="418764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39"/>
                </a:lnSpc>
                <a:spcBef>
                  <a:spcPct val="0"/>
                </a:spcBef>
              </a:pPr>
              <a:r>
                <a:rPr lang="en-US" b="true" sz="2199" strike="noStrike" u="none">
                  <a:solidFill>
                    <a:srgbClr val="FFFFF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Maxime LOMBARD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521824" y="5143500"/>
            <a:ext cx="1842137" cy="1102980"/>
          </a:xfrm>
          <a:custGeom>
            <a:avLst/>
            <a:gdLst/>
            <a:ahLst/>
            <a:cxnLst/>
            <a:rect r="r" b="b" t="t" l="l"/>
            <a:pathLst>
              <a:path h="1102980" w="1842137">
                <a:moveTo>
                  <a:pt x="0" y="0"/>
                </a:moveTo>
                <a:lnTo>
                  <a:pt x="1842138" y="0"/>
                </a:lnTo>
                <a:lnTo>
                  <a:pt x="1842138" y="1102980"/>
                </a:lnTo>
                <a:lnTo>
                  <a:pt x="0" y="1102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40665" y="4766222"/>
            <a:ext cx="1698266" cy="1698266"/>
          </a:xfrm>
          <a:custGeom>
            <a:avLst/>
            <a:gdLst/>
            <a:ahLst/>
            <a:cxnLst/>
            <a:rect r="r" b="b" t="t" l="l"/>
            <a:pathLst>
              <a:path h="1698266" w="1698266">
                <a:moveTo>
                  <a:pt x="0" y="0"/>
                </a:moveTo>
                <a:lnTo>
                  <a:pt x="1698265" y="0"/>
                </a:lnTo>
                <a:lnTo>
                  <a:pt x="1698265" y="1698266"/>
                </a:lnTo>
                <a:lnTo>
                  <a:pt x="0" y="1698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706342" y="4808631"/>
            <a:ext cx="1660719" cy="1613450"/>
          </a:xfrm>
          <a:custGeom>
            <a:avLst/>
            <a:gdLst/>
            <a:ahLst/>
            <a:cxnLst/>
            <a:rect r="r" b="b" t="t" l="l"/>
            <a:pathLst>
              <a:path h="1613450" w="1660719">
                <a:moveTo>
                  <a:pt x="0" y="0"/>
                </a:moveTo>
                <a:lnTo>
                  <a:pt x="1660719" y="0"/>
                </a:lnTo>
                <a:lnTo>
                  <a:pt x="1660719" y="1613449"/>
                </a:lnTo>
                <a:lnTo>
                  <a:pt x="0" y="16134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89311" y="2346901"/>
            <a:ext cx="77093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DÉPLOIEMENT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7830" y="448250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0320" y="44825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34070" y="4510488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17337" y="5059995"/>
            <a:ext cx="1987086" cy="1987086"/>
          </a:xfrm>
          <a:custGeom>
            <a:avLst/>
            <a:gdLst/>
            <a:ahLst/>
            <a:cxnLst/>
            <a:rect r="r" b="b" t="t" l="l"/>
            <a:pathLst>
              <a:path h="1987086" w="1987086">
                <a:moveTo>
                  <a:pt x="0" y="0"/>
                </a:moveTo>
                <a:lnTo>
                  <a:pt x="1987086" y="0"/>
                </a:lnTo>
                <a:lnTo>
                  <a:pt x="1987086" y="1987085"/>
                </a:lnTo>
                <a:lnTo>
                  <a:pt x="0" y="1987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50457" y="5046001"/>
            <a:ext cx="1987086" cy="1987086"/>
          </a:xfrm>
          <a:custGeom>
            <a:avLst/>
            <a:gdLst/>
            <a:ahLst/>
            <a:cxnLst/>
            <a:rect r="r" b="b" t="t" l="l"/>
            <a:pathLst>
              <a:path h="1987086" w="1987086">
                <a:moveTo>
                  <a:pt x="0" y="0"/>
                </a:moveTo>
                <a:lnTo>
                  <a:pt x="1987086" y="0"/>
                </a:lnTo>
                <a:lnTo>
                  <a:pt x="1987086" y="1987085"/>
                </a:lnTo>
                <a:lnTo>
                  <a:pt x="0" y="198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86520" y="5059995"/>
            <a:ext cx="1987086" cy="1987086"/>
          </a:xfrm>
          <a:custGeom>
            <a:avLst/>
            <a:gdLst/>
            <a:ahLst/>
            <a:cxnLst/>
            <a:rect r="r" b="b" t="t" l="l"/>
            <a:pathLst>
              <a:path h="1987086" w="1987086">
                <a:moveTo>
                  <a:pt x="0" y="0"/>
                </a:moveTo>
                <a:lnTo>
                  <a:pt x="1987085" y="0"/>
                </a:lnTo>
                <a:lnTo>
                  <a:pt x="1987085" y="1987085"/>
                </a:lnTo>
                <a:lnTo>
                  <a:pt x="0" y="1987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67789" y="2239569"/>
            <a:ext cx="10152422" cy="131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6"/>
              </a:lnSpc>
            </a:pPr>
            <a:r>
              <a:rPr lang="en-US" b="true" sz="7661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ORGANISATION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8002" y="4040861"/>
            <a:ext cx="3410154" cy="4364997"/>
            <a:chOff x="0" y="0"/>
            <a:chExt cx="6350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6350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39"/>
                </a:lnSpc>
              </a:pPr>
            </a:p>
            <a:p>
              <a:pPr algn="l">
                <a:lnSpc>
                  <a:spcPts val="3739"/>
                </a:lnSpc>
              </a:pPr>
            </a:p>
            <a:p>
              <a:pPr algn="l">
                <a:lnSpc>
                  <a:spcPts val="3739"/>
                </a:lnSpc>
              </a:pPr>
            </a:p>
            <a:p>
              <a:pPr algn="l">
                <a:lnSpc>
                  <a:spcPts val="3739"/>
                </a:lnSpc>
              </a:pPr>
            </a:p>
            <a:p>
              <a:pPr algn="l" marL="474979" indent="-237490" lvl="1">
                <a:lnSpc>
                  <a:spcPts val="37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Plateaux</a:t>
              </a:r>
            </a:p>
            <a:p>
              <a:pPr algn="l" marL="474979" indent="-237490" lvl="1">
                <a:lnSpc>
                  <a:spcPts val="37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ffets visuels</a:t>
              </a:r>
            </a:p>
            <a:p>
              <a:pPr algn="l" marL="474979" indent="-237490" lvl="1">
                <a:lnSpc>
                  <a:spcPts val="373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Personnalisation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59844" y="4040861"/>
            <a:ext cx="3410154" cy="4364997"/>
            <a:chOff x="0" y="0"/>
            <a:chExt cx="6350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6350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6350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39"/>
                </a:lnSpc>
              </a:pPr>
            </a:p>
            <a:p>
              <a:pPr algn="l">
                <a:lnSpc>
                  <a:spcPts val="3739"/>
                </a:lnSpc>
              </a:pPr>
            </a:p>
            <a:p>
              <a:pPr algn="l">
                <a:lnSpc>
                  <a:spcPts val="3739"/>
                </a:lnSpc>
              </a:pPr>
            </a:p>
            <a:p>
              <a:pPr algn="l">
                <a:lnSpc>
                  <a:spcPts val="3739"/>
                </a:lnSpc>
              </a:pPr>
            </a:p>
            <a:p>
              <a:pPr algn="l" marL="453390" indent="-226695" lvl="1">
                <a:lnSpc>
                  <a:spcPts val="3569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Cartes payantes</a:t>
              </a:r>
            </a:p>
            <a:p>
              <a:pPr algn="l" marL="453390" indent="-226695" lvl="1">
                <a:lnSpc>
                  <a:spcPts val="3569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Avantages compétitif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668563" y="4547142"/>
            <a:ext cx="1192717" cy="1192717"/>
          </a:xfrm>
          <a:custGeom>
            <a:avLst/>
            <a:gdLst/>
            <a:ahLst/>
            <a:cxnLst/>
            <a:rect r="r" b="b" t="t" l="l"/>
            <a:pathLst>
              <a:path h="1192717" w="1192717">
                <a:moveTo>
                  <a:pt x="0" y="0"/>
                </a:moveTo>
                <a:lnTo>
                  <a:pt x="1192716" y="0"/>
                </a:lnTo>
                <a:lnTo>
                  <a:pt x="1192716" y="1192716"/>
                </a:lnTo>
                <a:lnTo>
                  <a:pt x="0" y="119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26721" y="4547142"/>
            <a:ext cx="1192717" cy="1192717"/>
          </a:xfrm>
          <a:custGeom>
            <a:avLst/>
            <a:gdLst/>
            <a:ahLst/>
            <a:cxnLst/>
            <a:rect r="r" b="b" t="t" l="l"/>
            <a:pathLst>
              <a:path h="1192717" w="1192717">
                <a:moveTo>
                  <a:pt x="0" y="0"/>
                </a:moveTo>
                <a:lnTo>
                  <a:pt x="1192716" y="0"/>
                </a:lnTo>
                <a:lnTo>
                  <a:pt x="1192716" y="1192716"/>
                </a:lnTo>
                <a:lnTo>
                  <a:pt x="0" y="1192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3303" y="2441721"/>
            <a:ext cx="12721394" cy="103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b="true" sz="605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UN MODELE ÉCONOMIQUE SAIN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4971">
            <a:off x="3455727" y="3222469"/>
            <a:ext cx="2918479" cy="4377719"/>
            <a:chOff x="0" y="0"/>
            <a:chExt cx="6350000" cy="952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3377" t="0" r="-16622" b="0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710245">
            <a:off x="6435495" y="3993152"/>
            <a:ext cx="2918479" cy="4377719"/>
            <a:chOff x="0" y="0"/>
            <a:chExt cx="635000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0" t="-31" r="0" b="-31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87684" y="1199191"/>
            <a:ext cx="12312632" cy="104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5"/>
              </a:lnSpc>
            </a:pPr>
            <a:r>
              <a:rPr lang="en-US" b="true" sz="605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ATTACHEMENT AUX FACTIONS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34089" y="4536432"/>
            <a:ext cx="4899141" cy="161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867" indent="-279434" lvl="1">
              <a:lnSpc>
                <a:spcPts val="4400"/>
              </a:lnSpc>
              <a:buFont typeface="Arial"/>
              <a:buChar char="•"/>
            </a:pPr>
            <a:r>
              <a:rPr lang="en-US" b="true" sz="2588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Attachement aux visuels</a:t>
            </a:r>
          </a:p>
          <a:p>
            <a:pPr algn="l" marL="558867" indent="-279434" lvl="1">
              <a:lnSpc>
                <a:spcPts val="4400"/>
              </a:lnSpc>
              <a:buFont typeface="Arial"/>
              <a:buChar char="•"/>
            </a:pPr>
            <a:r>
              <a:rPr lang="en-US" b="true" sz="2588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Attachement au gameplay</a:t>
            </a:r>
          </a:p>
          <a:p>
            <a:pPr algn="l" marL="558867" indent="-279434" lvl="1">
              <a:lnSpc>
                <a:spcPts val="4400"/>
              </a:lnSpc>
              <a:buFont typeface="Arial"/>
              <a:buChar char="•"/>
            </a:pPr>
            <a:r>
              <a:rPr lang="en-US" b="true" sz="2588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Attachement au lore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39526">
            <a:off x="5874775" y="3637274"/>
            <a:ext cx="3497580" cy="5246370"/>
            <a:chOff x="0" y="0"/>
            <a:chExt cx="6350000" cy="952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0" t="-31" r="0" b="-31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579805">
            <a:off x="9143244" y="3032153"/>
            <a:ext cx="3497580" cy="5246370"/>
            <a:chOff x="0" y="0"/>
            <a:chExt cx="635000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-4552" t="-20639" r="-23050" b="-5187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987684" y="1413084"/>
            <a:ext cx="12312632" cy="104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5"/>
              </a:lnSpc>
            </a:pPr>
            <a:r>
              <a:rPr lang="en-US" b="true" sz="6053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SKINS POTENTIELS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1324" y="3658337"/>
            <a:ext cx="9385352" cy="4214452"/>
            <a:chOff x="0" y="0"/>
            <a:chExt cx="2471862" cy="11099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1862" cy="1109979"/>
            </a:xfrm>
            <a:custGeom>
              <a:avLst/>
              <a:gdLst/>
              <a:ahLst/>
              <a:cxnLst/>
              <a:rect r="r" b="b" t="t" l="l"/>
              <a:pathLst>
                <a:path h="1109979" w="2471862">
                  <a:moveTo>
                    <a:pt x="0" y="0"/>
                  </a:moveTo>
                  <a:lnTo>
                    <a:pt x="2471862" y="0"/>
                  </a:lnTo>
                  <a:lnTo>
                    <a:pt x="2471862" y="1109979"/>
                  </a:lnTo>
                  <a:lnTo>
                    <a:pt x="0" y="1109979"/>
                  </a:lnTo>
                  <a:close/>
                </a:path>
              </a:pathLst>
            </a:custGeom>
            <a:solidFill>
              <a:srgbClr val="000000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1862" cy="1148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553102" y="3754253"/>
          <a:ext cx="9181796" cy="4022620"/>
        </p:xfrm>
        <a:graphic>
          <a:graphicData uri="http://schemas.openxmlformats.org/drawingml/2006/table">
            <a:tbl>
              <a:tblPr/>
              <a:tblGrid>
                <a:gridCol w="4537401"/>
                <a:gridCol w="4644396"/>
              </a:tblGrid>
              <a:tr h="754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59"/>
                        </a:lnSpc>
                        <a:defRPr/>
                      </a:pPr>
                      <a:r>
                        <a:rPr lang="en-US" sz="2471" b="true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OFFRE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66C4">
                            <a:alpha val="100000"/>
                          </a:srgbClr>
                        </a:gs>
                        <a:gs pos="100000">
                          <a:srgbClr val="FFDE59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59"/>
                        </a:lnSpc>
                        <a:defRPr/>
                      </a:pPr>
                      <a:r>
                        <a:rPr lang="en-US" sz="2471" b="true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PRIX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5DE0E6">
                            <a:alpha val="100000"/>
                          </a:srgbClr>
                        </a:gs>
                        <a:gs pos="100000">
                          <a:srgbClr val="004AA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805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SKIN DE CARTE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2.99€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5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SKIN DE CHAMPION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7,99€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5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BUNDLE 10 CARTES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14,99€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6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BUNDLE PREMIUM </a:t>
                      </a:r>
                      <a:endParaRPr lang="en-US" sz="1100"/>
                    </a:p>
                    <a:p>
                      <a:pPr algn="ctr">
                        <a:lnSpc>
                          <a:spcPts val="2075"/>
                        </a:lnSpc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(30 CARTES + CHAMPION)</a:t>
                      </a:r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482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49,99€</a:t>
                      </a:r>
                      <a:endParaRPr lang="en-US" sz="1100"/>
                    </a:p>
                  </a:txBody>
                  <a:tcPr marL="141234" marR="141234" marT="141234" marB="141234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416230" y="2077039"/>
            <a:ext cx="1345554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QUELQUES CHIFFRES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43033" y="8655895"/>
            <a:ext cx="244967" cy="602405"/>
            <a:chOff x="0" y="0"/>
            <a:chExt cx="79059" cy="194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059" cy="194416"/>
            </a:xfrm>
            <a:custGeom>
              <a:avLst/>
              <a:gdLst/>
              <a:ahLst/>
              <a:cxnLst/>
              <a:rect r="r" b="b" t="t" l="l"/>
              <a:pathLst>
                <a:path h="194416" w="79059">
                  <a:moveTo>
                    <a:pt x="0" y="0"/>
                  </a:moveTo>
                  <a:lnTo>
                    <a:pt x="79059" y="0"/>
                  </a:lnTo>
                  <a:lnTo>
                    <a:pt x="79059" y="194416"/>
                  </a:lnTo>
                  <a:lnTo>
                    <a:pt x="0" y="194416"/>
                  </a:lnTo>
                  <a:close/>
                </a:path>
              </a:pathLst>
            </a:custGeom>
            <a:gradFill rotWithShape="true">
              <a:gsLst>
                <a:gs pos="0">
                  <a:srgbClr val="FF00FC">
                    <a:alpha val="100000"/>
                  </a:srgbClr>
                </a:gs>
                <a:gs pos="100000">
                  <a:srgbClr val="9E00C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059" cy="232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025326" y="3836200"/>
            <a:ext cx="4608046" cy="2304023"/>
            <a:chOff x="0" y="0"/>
            <a:chExt cx="8128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000" r="0" b="-6000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841543" y="3836200"/>
            <a:ext cx="4608046" cy="2304023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50" r="0" b="-16750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54628" y="3836200"/>
            <a:ext cx="4608046" cy="2304023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374" r="0" b="-6375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935000" y="6351872"/>
            <a:ext cx="4608046" cy="2304023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6030" r="-29572" b="-16625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748085" y="6351872"/>
            <a:ext cx="4608046" cy="2304023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6841" t="0" r="-144" b="0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148007" y="2099009"/>
            <a:ext cx="799198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VISION LONG TERME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96853" y="4598929"/>
            <a:ext cx="3020223" cy="6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  <a:spcBef>
                <a:spcPct val="0"/>
              </a:spcBef>
            </a:pPr>
            <a:r>
              <a:rPr lang="en-US" b="true" sz="3112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COMMUNAUTÉ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13070" y="4598929"/>
            <a:ext cx="1732496" cy="6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  <a:spcBef>
                <a:spcPct val="0"/>
              </a:spcBef>
            </a:pPr>
            <a:r>
              <a:rPr lang="en-US" b="true" sz="3112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CARTES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26155" y="4598929"/>
            <a:ext cx="2709200" cy="6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  <a:spcBef>
                <a:spcPct val="0"/>
              </a:spcBef>
            </a:pPr>
            <a:r>
              <a:rPr lang="en-US" b="true" sz="3112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ÉQUILIBRAGE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06527" y="7114602"/>
            <a:ext cx="2490535" cy="6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  <a:spcBef>
                <a:spcPct val="0"/>
              </a:spcBef>
            </a:pPr>
            <a:r>
              <a:rPr lang="en-US" b="true" sz="3112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COMPÉTITIF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19612" y="7114602"/>
            <a:ext cx="2709200" cy="6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  <a:spcBef>
                <a:spcPct val="0"/>
              </a:spcBef>
            </a:pPr>
            <a:r>
              <a:rPr lang="en-US" b="true" sz="3112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ÉVÈNEMENTS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6005C">
                <a:alpha val="100000"/>
              </a:srgbClr>
            </a:gs>
            <a:gs pos="50000">
              <a:srgbClr val="5B0066">
                <a:alpha val="100000"/>
              </a:srgbClr>
            </a:gs>
            <a:gs pos="100000">
              <a:srgbClr val="8886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7631003" y="-1859454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6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6" y="3718908"/>
                </a:lnTo>
                <a:lnTo>
                  <a:pt x="29751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229740" y="8187936"/>
            <a:ext cx="2975126" cy="3718908"/>
          </a:xfrm>
          <a:custGeom>
            <a:avLst/>
            <a:gdLst/>
            <a:ahLst/>
            <a:cxnLst/>
            <a:rect r="r" b="b" t="t" l="l"/>
            <a:pathLst>
              <a:path h="3718908" w="2975126">
                <a:moveTo>
                  <a:pt x="2975127" y="0"/>
                </a:moveTo>
                <a:lnTo>
                  <a:pt x="0" y="0"/>
                </a:lnTo>
                <a:lnTo>
                  <a:pt x="0" y="3718908"/>
                </a:lnTo>
                <a:lnTo>
                  <a:pt x="2975127" y="3718908"/>
                </a:lnTo>
                <a:lnTo>
                  <a:pt x="29751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6090" y="734384"/>
            <a:ext cx="1978594" cy="588632"/>
          </a:xfrm>
          <a:custGeom>
            <a:avLst/>
            <a:gdLst/>
            <a:ahLst/>
            <a:cxnLst/>
            <a:rect r="r" b="b" t="t" l="l"/>
            <a:pathLst>
              <a:path h="588632" w="1978594">
                <a:moveTo>
                  <a:pt x="0" y="0"/>
                </a:moveTo>
                <a:lnTo>
                  <a:pt x="1978594" y="0"/>
                </a:lnTo>
                <a:lnTo>
                  <a:pt x="1978594" y="588632"/>
                </a:lnTo>
                <a:lnTo>
                  <a:pt x="0" y="58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94840" y="4459843"/>
            <a:ext cx="2796778" cy="3086100"/>
            <a:chOff x="0" y="0"/>
            <a:chExt cx="7366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D24896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ACCESSIBLE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24756" y="2219808"/>
            <a:ext cx="9438488" cy="17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b="true" sz="10000" i="true">
                <a:solidFill>
                  <a:srgbClr val="FFFFFF"/>
                </a:solidFill>
                <a:latin typeface="Rubik Bold Italics"/>
                <a:ea typeface="Rubik Bold Italics"/>
                <a:cs typeface="Rubik Bold Italics"/>
                <a:sym typeface="Rubik Bold Italics"/>
              </a:rPr>
              <a:t>CONCLUSION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193225" y="4459843"/>
            <a:ext cx="2796778" cy="3086100"/>
            <a:chOff x="0" y="0"/>
            <a:chExt cx="7366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D9AC2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STRATÉGIQUE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4804" y="4459843"/>
            <a:ext cx="2796778" cy="3086100"/>
            <a:chOff x="0" y="0"/>
            <a:chExt cx="7366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FBD59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LIBRE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96382" y="4459843"/>
            <a:ext cx="2796778" cy="3086100"/>
            <a:chOff x="0" y="0"/>
            <a:chExt cx="7366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540B6E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NON 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PAY-TO-WIN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DAHJuH684WA</dc:identifier>
  <dcterms:modified xsi:type="dcterms:W3CDTF">2011-08-01T06:04:30Z</dcterms:modified>
  <cp:revision>1</cp:revision>
  <dc:title>Vortex - Pitch</dc:title>
</cp:coreProperties>
</file>